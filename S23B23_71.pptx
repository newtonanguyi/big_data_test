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8B2AB-0B24-4E5E-BE48-CABDB768CB5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FF104-63E1-447C-81E8-357F62BCA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2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FF104-63E1-447C-81E8-357F62BCA8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90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2F42-E98B-4DC3-B1B7-F2E46A217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CF3D0-28C5-43F9-94A7-4BD9D8E9A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A1956-A88F-415A-A86D-906E4DB66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4CF33-1DD2-4B49-A284-831540D7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B055B-BE1B-4F5A-8BC5-7E43AE2B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8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CBF85-BE13-4D7B-AEC1-ACFB16E4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88BD8-8E12-45EA-8962-34BD1223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A4BED-11DE-46C8-9A64-9FAC904B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DFA5E-7CE7-4A7D-91A9-F5DF294B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9F6F-4398-43BB-BBB4-07EC38C5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1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C04D-3A5B-4013-97D7-E082B32F7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E8BC2-E2BC-4988-8DA8-A54100DBC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BB2FE-13F7-4CE3-9338-B4D88B5D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DFB1C-166E-4EB4-914D-EF88C1C6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21554-9513-4A14-93D9-7673A5DF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1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05AC-738E-4F0C-81D1-13358425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EC76F-1146-4767-A50B-2FECF6159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A9128-2D81-439F-83F4-C7AAA3EA3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EF82A-D6D1-43CC-835C-A969BF37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31D7C-02BE-4A32-AF18-CFE99746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5B838-1EE7-4FAA-BA95-EEBC602F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A283A-BC6B-4DD3-BC5C-1F4A8162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E7AC9-2BBA-4829-81AE-CC014E79F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52782-0114-4A9D-BCD3-BA1191DDF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4C615-5D24-4DD1-91AC-C8BD33EF6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0C8B7-2FE5-48AA-81CB-AE4228A37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60BC1-5F31-4F6D-ADB1-725DFA1D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CB57C-43D4-4EB8-AB68-94CBA3FEE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B3FCCA-2066-4930-8DC0-56549000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26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0A63-C50C-4935-BC17-0A7972F9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D6D46-1DA8-49C2-90B4-433E4489E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60F99-D749-4860-9988-A9070808B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C0433-3817-4285-9735-99D675E1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13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14C9B-BD19-448E-91B3-B03AA9AC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FE9129-1E75-4E77-AD7B-5E3D66AB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0CDBA-FB18-402D-87D9-CC122CCA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2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55EFC-C5BD-439D-9AC0-BDF08450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08204-A165-432C-804E-731AB9BEA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6C23F-0F9C-4E68-8981-890BB7371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FFE31-AD20-4B8D-92D3-A939AAAFA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39462-BD0D-4578-B296-CD035D2E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06476-5FB2-431C-AF82-5B8EA9CC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8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B110-1563-4C27-B263-CB329165E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E25EEB-F6D1-4AC5-842C-A21714FD7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81E88-E607-4224-BF23-A7BDE8437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4FD05-7DC7-43BB-B4A5-3BD3592D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433E1-718B-4587-90C2-54A1B1FC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7BA3E-EB01-47CC-AA56-6E6D8653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1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BDC5-F072-4901-8912-658BE9C6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42335-4351-48C3-B580-B10EE9BC6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A8DA3-405B-46ED-A0E4-C9629ECB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1A300-A5FD-44F9-AE5A-EB02C639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2A124-6B9B-4C8A-8202-459DF6E6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9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4EA30-C4A6-4FDE-9FAC-849A916AC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EA5E1-23E8-456B-B75F-110799DA6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32207-E996-4A1F-B3C7-DB6D68E8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EB363-5D03-4C4A-95C0-A158893F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110A9-9CDE-4BA7-B06A-4FB44D92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F4DC96-2CE7-4F1B-B9CC-7A12DA71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781AD-4AA5-4188-9AAF-3CEC77527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48E1C-C884-4F92-BC27-E7CF19AA5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5DE3F-6D27-4A56-AFE4-DD6383A64B1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961B9-9F21-48E2-A15E-23CC43E7B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A0A47-B8EC-4D5E-AA6B-9640860D8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27251-B4BC-48DB-8EDA-C2F5D35C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41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A5C5-0F2D-48AD-BFA3-FCD96B2287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Sentiment Analysis in Healthcare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74F75-DA45-4BBD-AF0D-403EA1B744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ANGUYI NEWTON S23B23_071</a:t>
            </a:r>
          </a:p>
        </p:txBody>
      </p:sp>
    </p:spTree>
    <p:extLst>
      <p:ext uri="{BB962C8B-B14F-4D97-AF65-F5344CB8AC3E}">
        <p14:creationId xmlns:p14="http://schemas.microsoft.com/office/powerpoint/2010/main" val="29129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1C9-1D52-4CBF-A372-D45E9D8E9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A9C46-1441-4187-A766-C627537B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NLP technique that identifies </a:t>
            </a:r>
            <a:r>
              <a:rPr lang="en-US" b="1" dirty="0"/>
              <a:t>positive</a:t>
            </a:r>
            <a:r>
              <a:rPr lang="en-US" dirty="0"/>
              <a:t>, </a:t>
            </a:r>
            <a:r>
              <a:rPr lang="en-US" b="1" dirty="0"/>
              <a:t>negative</a:t>
            </a:r>
            <a:r>
              <a:rPr lang="en-US" dirty="0"/>
              <a:t>, or </a:t>
            </a:r>
            <a:r>
              <a:rPr lang="en-US" b="1" dirty="0"/>
              <a:t>neutral</a:t>
            </a:r>
            <a:r>
              <a:rPr lang="en-US" dirty="0"/>
              <a:t> opinions in text. </a:t>
            </a:r>
          </a:p>
          <a:p>
            <a:r>
              <a:rPr lang="en-US" b="1" dirty="0"/>
              <a:t>Purpose</a:t>
            </a:r>
            <a:r>
              <a:rPr lang="en-US" dirty="0"/>
              <a:t>: Understand public attitudes and emotions from written feedback.  </a:t>
            </a:r>
          </a:p>
          <a:p>
            <a:r>
              <a:rPr lang="en-US" b="1" dirty="0"/>
              <a:t>Applications</a:t>
            </a:r>
            <a:r>
              <a:rPr lang="en-US" dirty="0"/>
              <a:t>: Used in </a:t>
            </a:r>
            <a:r>
              <a:rPr lang="en-US" b="1" dirty="0"/>
              <a:t>healthcare</a:t>
            </a:r>
            <a:r>
              <a:rPr lang="en-US" dirty="0"/>
              <a:t>, </a:t>
            </a:r>
            <a:r>
              <a:rPr lang="en-US" b="1" dirty="0"/>
              <a:t>marketing</a:t>
            </a:r>
            <a:r>
              <a:rPr lang="en-US" dirty="0"/>
              <a:t>, and </a:t>
            </a:r>
            <a:r>
              <a:rPr lang="en-US" b="1" dirty="0"/>
              <a:t>social media </a:t>
            </a:r>
            <a:r>
              <a:rPr lang="en-US" dirty="0"/>
              <a:t>to gauge satisfaction. 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Note</a:t>
            </a:r>
            <a:r>
              <a:rPr lang="en-US" dirty="0"/>
              <a:t>: In healthcare, it helps understand real patient experiences and treatment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37069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74D8-F56A-4D04-B5CD-E1AA454C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Techniques in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DBAF3-0D09-48A2-98A0-898ACC15A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Rule-based</a:t>
            </a:r>
            <a:r>
              <a:rPr lang="en-US" dirty="0"/>
              <a:t>: Uses predefined word lists.</a:t>
            </a:r>
          </a:p>
          <a:p>
            <a:r>
              <a:rPr lang="en-US" b="1" dirty="0"/>
              <a:t>Machine Learning</a:t>
            </a:r>
            <a:r>
              <a:rPr lang="en-US" dirty="0"/>
              <a:t>: Trains models (e.g., Logistic Regression, SVM).  </a:t>
            </a:r>
          </a:p>
          <a:p>
            <a:r>
              <a:rPr lang="en-US" b="1" dirty="0"/>
              <a:t>Deep Learning</a:t>
            </a:r>
            <a:r>
              <a:rPr lang="en-US" dirty="0"/>
              <a:t>:- Uses neural networks for complex sentiment tasks.</a:t>
            </a:r>
          </a:p>
          <a:p>
            <a:endParaRPr lang="en-US" dirty="0"/>
          </a:p>
          <a:p>
            <a:r>
              <a:rPr lang="en-US" dirty="0"/>
              <a:t> The project used a Machine Learning approach with </a:t>
            </a:r>
            <a:r>
              <a:rPr lang="en-US" b="1" dirty="0"/>
              <a:t>TF-IDF</a:t>
            </a:r>
            <a:r>
              <a:rPr lang="en-US" dirty="0"/>
              <a:t> </a:t>
            </a:r>
            <a:r>
              <a:rPr lang="en-US" b="1" dirty="0"/>
              <a:t>+ Logistic Regression. </a:t>
            </a:r>
          </a:p>
        </p:txBody>
      </p:sp>
    </p:spTree>
    <p:extLst>
      <p:ext uri="{BB962C8B-B14F-4D97-AF65-F5344CB8AC3E}">
        <p14:creationId xmlns:p14="http://schemas.microsoft.com/office/powerpoint/2010/main" val="336844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1449-F1F9-4B05-A9B1-0F233BBA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E440-8C72-4BAE-A216-2AC63D1E1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Abilify Sentiment Analysis </a:t>
            </a:r>
          </a:p>
          <a:p>
            <a:r>
              <a:rPr lang="en-US" b="1" dirty="0"/>
              <a:t>Goal</a:t>
            </a:r>
            <a:r>
              <a:rPr lang="en-US" dirty="0"/>
              <a:t>: Analyze patient reviews to classify them as positive, negative, or neutral. </a:t>
            </a:r>
          </a:p>
          <a:p>
            <a:r>
              <a:rPr lang="en-US" b="1" dirty="0"/>
              <a:t>Dataset</a:t>
            </a:r>
            <a:r>
              <a:rPr lang="en-US" dirty="0"/>
              <a:t>: 1,835 healthcare reviews with attributes:  - Age, Gender, Condition, Duration, Rating, and Review Text. </a:t>
            </a:r>
          </a:p>
          <a:p>
            <a:r>
              <a:rPr lang="en-US" b="1" dirty="0"/>
              <a:t>Tools</a:t>
            </a:r>
            <a:r>
              <a:rPr lang="en-US" dirty="0"/>
              <a:t>: Pandas, NLTK, </a:t>
            </a:r>
            <a:r>
              <a:rPr lang="en-US" dirty="0" err="1"/>
              <a:t>TextBlob</a:t>
            </a:r>
            <a:r>
              <a:rPr lang="en-US" dirty="0"/>
              <a:t>, Scikit-learn.  </a:t>
            </a:r>
          </a:p>
          <a:p>
            <a:endParaRPr lang="en-US" dirty="0"/>
          </a:p>
          <a:p>
            <a:r>
              <a:rPr lang="en-US" b="1" dirty="0"/>
              <a:t>Focus</a:t>
            </a:r>
            <a:r>
              <a:rPr lang="en-US" dirty="0"/>
              <a:t>: Understand patient satisfaction and side-effect trends.</a:t>
            </a:r>
          </a:p>
        </p:txBody>
      </p:sp>
    </p:spTree>
    <p:extLst>
      <p:ext uri="{BB962C8B-B14F-4D97-AF65-F5344CB8AC3E}">
        <p14:creationId xmlns:p14="http://schemas.microsoft.com/office/powerpoint/2010/main" val="207874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F9EA-65D7-4D97-92D5-2FE55875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88689-B4D5-47C2-ACFA-3D0FDA659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reviews were </a:t>
            </a:r>
            <a:r>
              <a:rPr lang="en-US" b="1" dirty="0"/>
              <a:t>positive</a:t>
            </a:r>
            <a:r>
              <a:rPr lang="en-US" dirty="0"/>
              <a:t> </a:t>
            </a:r>
            <a:r>
              <a:rPr lang="en-US" b="1" dirty="0"/>
              <a:t>or negative</a:t>
            </a:r>
            <a:r>
              <a:rPr lang="en-US" dirty="0"/>
              <a:t> — few neutral.  - </a:t>
            </a:r>
          </a:p>
          <a:p>
            <a:r>
              <a:rPr lang="en-US" b="1" dirty="0"/>
              <a:t>Positive themes: </a:t>
            </a:r>
            <a:r>
              <a:rPr lang="en-US" dirty="0"/>
              <a:t>“helped”, “better”, “effective”.  </a:t>
            </a:r>
          </a:p>
          <a:p>
            <a:r>
              <a:rPr lang="en-US" b="1" dirty="0"/>
              <a:t>Negative themes: </a:t>
            </a:r>
            <a:r>
              <a:rPr lang="en-US" dirty="0"/>
              <a:t>“weight gain”, “tired”, “anxiety”.  </a:t>
            </a:r>
          </a:p>
          <a:p>
            <a:r>
              <a:rPr lang="en-US" b="1" dirty="0"/>
              <a:t>Model Accuracy</a:t>
            </a:r>
            <a:r>
              <a:rPr lang="en-US" dirty="0"/>
              <a:t>:    - Logistic Regression ≈ </a:t>
            </a:r>
            <a:r>
              <a:rPr lang="en-US" b="1" dirty="0"/>
              <a:t>88%</a:t>
            </a:r>
            <a:r>
              <a:rPr lang="en-US" dirty="0"/>
              <a:t> (best performance).  </a:t>
            </a:r>
          </a:p>
          <a:p>
            <a:r>
              <a:rPr lang="en-US" b="1"/>
              <a:t>Insight</a:t>
            </a:r>
            <a:r>
              <a:rPr lang="en-US"/>
              <a:t>:    </a:t>
            </a:r>
            <a:r>
              <a:rPr lang="en-US" dirty="0"/>
              <a:t>- Long-term users show more positivity; short-term users report side effects.</a:t>
            </a:r>
          </a:p>
        </p:txBody>
      </p:sp>
    </p:spTree>
    <p:extLst>
      <p:ext uri="{BB962C8B-B14F-4D97-AF65-F5344CB8AC3E}">
        <p14:creationId xmlns:p14="http://schemas.microsoft.com/office/powerpoint/2010/main" val="331273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83C0-DD76-4D58-A82E-4E7F609E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A3C3-8061-4E3B-8564-19DB39133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Sentiment Analysis reveals real-world </a:t>
            </a:r>
            <a:r>
              <a:rPr lang="en-US" b="1" dirty="0"/>
              <a:t>patient experiences</a:t>
            </a:r>
            <a:r>
              <a:rPr lang="en-US" dirty="0"/>
              <a:t>.  </a:t>
            </a:r>
          </a:p>
          <a:p>
            <a:r>
              <a:rPr lang="en-US" dirty="0"/>
              <a:t>Helps improve understanding of </a:t>
            </a:r>
            <a:r>
              <a:rPr lang="en-US" b="1" dirty="0"/>
              <a:t>drug perception and side effects</a:t>
            </a:r>
            <a:r>
              <a:rPr lang="en-US" dirty="0"/>
              <a:t>.</a:t>
            </a:r>
          </a:p>
          <a:p>
            <a:r>
              <a:rPr lang="en-US" dirty="0"/>
              <a:t>Machine learning offers reliable tools for analyzing large-scale patient feedback.  </a:t>
            </a:r>
          </a:p>
          <a:p>
            <a:r>
              <a:rPr lang="en-US" dirty="0"/>
              <a:t>Abilify sentiment analysis shows both positive outcomes and challenges guiding better mental health care decisions.</a:t>
            </a:r>
          </a:p>
        </p:txBody>
      </p:sp>
    </p:spTree>
    <p:extLst>
      <p:ext uri="{BB962C8B-B14F-4D97-AF65-F5344CB8AC3E}">
        <p14:creationId xmlns:p14="http://schemas.microsoft.com/office/powerpoint/2010/main" val="3003625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294</Words>
  <Application>Microsoft Office PowerPoint</Application>
  <PresentationFormat>Widescreen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Sentiment Analysis in Healthcare</vt:lpstr>
      <vt:lpstr>Background</vt:lpstr>
      <vt:lpstr>Techniques in Sentiment Analysis</vt:lpstr>
      <vt:lpstr>About the Project</vt:lpstr>
      <vt:lpstr>Findings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in Healthcare</dc:title>
  <dc:creator>Newton Anguyi</dc:creator>
  <cp:lastModifiedBy>Newton Anguyi</cp:lastModifiedBy>
  <cp:revision>10</cp:revision>
  <dcterms:created xsi:type="dcterms:W3CDTF">2025-10-16T05:07:43Z</dcterms:created>
  <dcterms:modified xsi:type="dcterms:W3CDTF">2025-10-16T06:01:49Z</dcterms:modified>
</cp:coreProperties>
</file>